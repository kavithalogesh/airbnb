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F1132-8435-A18E-79B7-0D8075CF8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B7134-40FE-E008-2CF1-D78F3F7E0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ED3CD-6262-D62B-CB3F-60B54BEE5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CA35-41CB-404C-8946-BAB546BB7EA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F4957-47A9-0902-57A4-B9169BE1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C10FD-72F6-5BA3-66F5-A36170D31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C889-ED24-4419-AF7E-02DD01DF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666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3B41B-2071-AA29-EA35-702246577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EF280-32AE-DE66-18B3-2CDB5E8E0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BE6D7-DBDA-3940-7A6F-CA6CA8E62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CA35-41CB-404C-8946-BAB546BB7EA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592B7-C5F1-EEAB-DD61-3A674B09A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AA2A2-7FDD-4635-6EC4-1980D3B9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C889-ED24-4419-AF7E-02DD01DF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942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D1A4-68ED-6A5D-BAB0-0195E94A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2372F-A1EA-C23A-F102-A08033961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F2985-10A0-ADE5-8C9F-1ABA3C5A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CA35-41CB-404C-8946-BAB546BB7EA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C9657-BECF-4E12-CFEC-1E87B55D4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C76E9-F273-2E56-B629-B9DDA3E8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C889-ED24-4419-AF7E-02DD01DF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08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8293A-2131-672B-ED81-5F5273F9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B2CC-0BC9-37B0-B4A5-E99D3A86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EA4A5-2B53-FE2F-A67F-789D6E1F6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E802E-91DA-8A8B-3984-335FB5A1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CA35-41CB-404C-8946-BAB546BB7EA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E0341-AA04-5119-8B18-D13637AE2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7FD4D-3085-EB0C-6862-EC17E3810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C889-ED24-4419-AF7E-02DD01DF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574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E7DC-0ADD-E979-90A1-5E6A57AE0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FA337-3E93-BD19-6AFB-6A18B8D4B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45434-E520-FD15-AD08-68AD7510D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46F0A9-E0E8-9F9E-8E35-DCC34551D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D0B1F8-F6EA-0DA7-A0CA-B517A024CC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9234DB-CAC4-3C2C-CABF-C17986253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CA35-41CB-404C-8946-BAB546BB7EA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8E3C29-53B4-3B93-ADB0-6946D4080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DFF1D-B2F7-BB81-EAF8-6250496E6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C889-ED24-4419-AF7E-02DD01DF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7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09C3F-38EA-646B-751F-AAC6C2E4E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B6E4BC-C196-6E97-B40F-0A71A398F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CA35-41CB-404C-8946-BAB546BB7EA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86E3A-7833-05B8-9CAA-82B73D031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076F6-5682-2828-9538-EAA1F414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C889-ED24-4419-AF7E-02DD01DF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98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E89F76-8ABE-A222-7031-83E9377D5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CA35-41CB-404C-8946-BAB546BB7EA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D0D581-B316-FA79-A55D-EA56766DB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345F2-4713-5765-6BD2-3944F1FD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C889-ED24-4419-AF7E-02DD01DF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63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21BED-EF9D-A138-8812-0C7BF30F7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96B8D-43B1-08C2-6D1C-464019D1A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90712-EFD4-BD51-5FFF-6E5BD5D83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70775-8168-A77F-D306-19AAE456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CA35-41CB-404C-8946-BAB546BB7EA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72C1C-5715-74A5-6280-FF055175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C0423-692E-199B-B4FC-0AE8F48A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C889-ED24-4419-AF7E-02DD01DF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64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79531-5C35-F81A-5DD5-E995007A3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AACFB-01D4-9C90-E347-E81C8A70D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47C6C-62CB-B97F-7BB2-61B108E8B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DEE67-1FAF-E96E-182E-9E0CFC198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CA35-41CB-404C-8946-BAB546BB7EA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BE76D-D670-FBF4-5F8D-602F7E73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039F2-3609-63DC-9659-87EB6FF0D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C889-ED24-4419-AF7E-02DD01DF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315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51A86-C13C-8E00-B93A-8C9BAFF9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A82C6-3C01-A398-1943-52247CBA4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AE9BB-844C-5756-ABA7-FBB0B93B5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CA35-41CB-404C-8946-BAB546BB7EA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8DA2A-FC80-D6C0-F44F-48549D3C1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8ED2A-5D3C-F032-39D3-CAAB508B0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C889-ED24-4419-AF7E-02DD01DF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410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442313-AB4D-1DBD-0CFB-ED0EB65458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CC543-1181-876A-CB23-BF47A7CE8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3BB18-D1BD-98DF-DBCB-B474E069F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CA35-41CB-404C-8946-BAB546BB7EA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7869F-FBEA-8A97-8531-7ADE36DEA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9FE00-E118-F55D-3229-051B2057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C889-ED24-4419-AF7E-02DD01DF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743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083F96-BB32-E718-BB93-F385B283A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8C717-B6CE-E219-9D21-CAEF199F2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A7C5C-5E9A-D0CB-74E3-77DB111B9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DCA35-41CB-404C-8946-BAB546BB7EA8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8A77C-0EE1-D723-93AE-5FFE240742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39FE5-0062-8DFD-50FF-5CC6CB68F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DC889-ED24-4419-AF7E-02DD01DF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63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FFCB7-EBC0-0B4B-001A-AD01E82AA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23827"/>
            <a:ext cx="9144000" cy="2149311"/>
          </a:xfrm>
        </p:spPr>
        <p:txBody>
          <a:bodyPr>
            <a:normAutofit/>
          </a:bodyPr>
          <a:lstStyle/>
          <a:p>
            <a:r>
              <a:rPr lang="en-IN" sz="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AIRBNB MARKET DASHBOARD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C550D-72C4-3C31-F4AF-D5775BEE8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10014408" cy="2666787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  FROM  “AIRBNB LISTINGS DATA”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BY</a:t>
            </a:r>
          </a:p>
          <a:p>
            <a:pPr algn="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L.KAVITHA </a:t>
            </a:r>
          </a:p>
          <a:p>
            <a:pPr algn="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11-4-2025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89708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928"/>
    </mc:Choice>
    <mc:Fallback xmlns="">
      <p:transition spd="slow" advTm="2792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06D52-CC70-7106-9DBB-A5B81793F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AIRBNB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D772A-EB32-A255-5900-DEA86D88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900"/>
            <a:ext cx="10515600" cy="487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	Airbnb is an American company operating an online marketplace that connects hosts and travelers, facilitating short- and long-term homestays and experiences globally, acting as a broker and charging a commission from each booking. </a:t>
            </a:r>
          </a:p>
          <a:p>
            <a:endParaRPr lang="en-US" sz="1800" dirty="0">
              <a:solidFill>
                <a:srgbClr val="001D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this project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Airbnb listings data and visualize trends, and geographic distributions to support decision-making for property owners, investors, and analysts.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of Data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:AIRBNB Listings data of Chicago and New Orleans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citites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Period of Analysis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1week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1D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04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299"/>
    </mc:Choice>
    <mc:Fallback xmlns="">
      <p:transition spd="slow" advTm="5429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AB38-EA6E-09BC-9AE1-C2D10E34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EBDC0-BFE7-10A1-7FED-E737DCDF5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021"/>
            <a:ext cx="10515600" cy="4762941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using Power BI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Chicago listings files cleaned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New Orleans files cleaned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Appending two files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to Power Bi visual page</a:t>
            </a:r>
          </a:p>
          <a:p>
            <a:pPr marL="457200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35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692"/>
    </mc:Choice>
    <mc:Fallback xmlns="">
      <p:transition spd="slow" advTm="18169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26442-CBE5-3802-1A02-A312FC19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A470B-EFB4-BC18-F84E-017CCF494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7"/>
            <a:ext cx="10515600" cy="5250729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 of two cities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listings of two cities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Cities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FF3B78-FE69-230B-48FB-D540B4F1C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292" y="1749911"/>
            <a:ext cx="3124471" cy="1021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A55972-D036-8F66-0E3C-72F2BFCBA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292" y="3429000"/>
            <a:ext cx="3203639" cy="10592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615B00-855E-2133-B661-A6A0BE233E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292" y="5103325"/>
            <a:ext cx="2621708" cy="89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9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945"/>
    </mc:Choice>
    <mc:Fallback xmlns="">
      <p:transition spd="slow" advTm="4494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13913-D7BD-46D5-D997-D7FA6D5F1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popular Neighbourhoods of two cities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B05D516-BE7A-B09F-FE33-DCEAA6471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ü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top 10 popular neighbourhood based on no. of listings of two cities.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Column Bar is used 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Chicago Neighbourhoods                                                                                                        Top 10 New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Orleand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Neighbourhoods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BACEE3-CAAD-879F-353C-6D06143B0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20272"/>
            <a:ext cx="4459803" cy="24792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C87FDF-BBC1-56B5-8517-7DABD232A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501" y="3120272"/>
            <a:ext cx="4151934" cy="257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36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440"/>
    </mc:Choice>
    <mc:Fallback xmlns="">
      <p:transition spd="slow" advTm="5344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FD55-097D-8F45-9C24-351BCDAD9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358AD-05C8-0FA4-C8E8-54CAE2874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Percent share of both property type and room types of both cities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is used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“show values as” option to find percent share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 share of both property types and room types are similar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C54F16-8F18-9EA3-11F1-C45D0A16A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399" y="4547320"/>
            <a:ext cx="3993226" cy="211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39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429"/>
    </mc:Choice>
    <mc:Fallback xmlns="">
      <p:transition spd="slow" advTm="7942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C05FA-8C7F-1CEB-E7C1-8BB5E730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051AA-0754-F8DE-8CC6-9F9EF630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Vs. Location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Visual is used.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Price is calculated based on location.</a:t>
            </a:r>
          </a:p>
          <a:p>
            <a:pPr marL="457200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85F0B4-C60C-386F-7F0E-18398FFB3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2" y="2786718"/>
            <a:ext cx="4053526" cy="221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7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4"/>
    </mc:Choice>
    <mc:Fallback xmlns="">
      <p:transition spd="slow" advTm="3831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67BB-9C91-EA1F-5380-BC19E1D9E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1CB2A-F773-C744-3F1C-14D29B2D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1278"/>
            <a:ext cx="10515600" cy="537568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Vs. Property type and Reviews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1.Line chart is used.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 No. of reviews is increased for both cities, the price is also increased for both cities based 	    on property.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57200" indent="-457200"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54836E-345F-7768-8063-31A0742F2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539" y="2645258"/>
            <a:ext cx="3759888" cy="257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95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983"/>
    </mc:Choice>
    <mc:Fallback xmlns="">
      <p:transition spd="slow" advTm="5398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E7E3-C240-A68A-37E0-584DB98F4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4ED20-D6C7-AE97-80E6-A14759BC8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728"/>
            <a:ext cx="10515600" cy="4725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differentiate the type of host in separate column.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Clustered Column chart is used to find correlation between type of host and factors like reviews and price.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reviews gets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increased,price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also increased based on type of host.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EE2675-6E32-B3ED-C4D0-56815284F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827" y="3930977"/>
            <a:ext cx="3873163" cy="21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8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171"/>
    </mc:Choice>
    <mc:Fallback xmlns="">
      <p:transition spd="slow" advTm="8117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4C18-AD5F-FC81-A6BC-581E3EA76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OF AIRBNB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04C2E4-829E-DFE9-98D6-71E884F0EC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623" y="1561674"/>
            <a:ext cx="8190753" cy="4351338"/>
          </a:xfrm>
        </p:spPr>
      </p:pic>
    </p:spTree>
    <p:extLst>
      <p:ext uri="{BB962C8B-B14F-4D97-AF65-F5344CB8AC3E}">
        <p14:creationId xmlns:p14="http://schemas.microsoft.com/office/powerpoint/2010/main" val="293521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781"/>
    </mc:Choice>
    <mc:Fallback xmlns="">
      <p:transition spd="slow" advTm="3978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CD3BA-B275-F292-A73E-80D4640D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0BF31-3F12-C196-75D8-6504CF61C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581"/>
            <a:ext cx="10515600" cy="4706382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ü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 varies based on location.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 of New Orleans is high when compared to Chicago.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Investors can focus high –performing areas with consistent demand.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 can adjust prices based on seasonal trends.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20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452"/>
    </mc:Choice>
    <mc:Fallback xmlns="">
      <p:transition spd="slow" advTm="4745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A7AEA-7FFA-7481-DB6C-AF9B0829F3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6C97AB-B1C4-D7B7-312E-CB55104CDC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523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387</Words>
  <Application>Microsoft Office PowerPoint</Application>
  <PresentationFormat>Widescreen</PresentationFormat>
  <Paragraphs>122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AIRBNB MARKET DASHBOARD </vt:lpstr>
      <vt:lpstr>Overview of AIRBNB</vt:lpstr>
      <vt:lpstr>Data Cleaning:</vt:lpstr>
      <vt:lpstr>KEY METRICS</vt:lpstr>
      <vt:lpstr>List of popular Neighbourhoods of two cities</vt:lpstr>
      <vt:lpstr>Property Analysis</vt:lpstr>
      <vt:lpstr>Pricing Analysis</vt:lpstr>
      <vt:lpstr>PowerPoint Presentation</vt:lpstr>
      <vt:lpstr>Host Analysis</vt:lpstr>
      <vt:lpstr>DASHBOARD OF AIRBNB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Logesh Chinnusamy</dc:creator>
  <cp:lastModifiedBy>Logesh Chinnusamy</cp:lastModifiedBy>
  <cp:revision>10</cp:revision>
  <dcterms:created xsi:type="dcterms:W3CDTF">2025-04-11T04:12:07Z</dcterms:created>
  <dcterms:modified xsi:type="dcterms:W3CDTF">2025-04-30T06:47:04Z</dcterms:modified>
</cp:coreProperties>
</file>